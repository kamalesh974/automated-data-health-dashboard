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script for this slide:
1. Open by saying this slide shows the complete pipeline, start to finish, exactly as implemented in cli.py.
2. Point at box 1: the tool loads the CSV with pandas; if the file is missing, empty, or unparsable, it prints a clear error and stops here on purpose, instead of crashing with a stack trace.
3. Box 2: columns are automatically split into numeric and non-numeric using pandas' own dtype detection - no manual configuration, and a column with even one bad value falls into the non-numeric bucket safely.
4. Box 3: descriptive statistics (mean, median, mode, variance, std dev, kurtosis, five-point summary, covariance) are computed here - on the real, unmodified data.
5. Box 4: only now, right before the ML step, are missing numeric values filled in with each column's median - and only in a working copy, so the statistics already shown are not affected retroactively.
6. Box 5: Isolation Forest and KNN each score every row using that gap-filled numeric data and flag the most unusual ones (KNN standardises the features first).
7. Box 6: results print straight to the terminal - flagged rows for each method, their scores, the why_flagged explanation, and a comparison showing which rows both methods agree on - nothing is saved to a file in this phase.
8. Close by emphasizing the ordering is deliberate: description always happens before any data modification, and the modification is scoped only to the ML step - a good answer if asked whether the reported statistics can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Data Health &amp; Profiling Dashboard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Presentation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Name]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/ Mentor Name]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70001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0840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[Review Date]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241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Introduction and motivation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 statement and real-world relevance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Objectives and scope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Methodology (dataset, preprocessing, EDA, algorithm, training/validation, evaluation, comparison, implementation)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Results and discussion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Conclusion and future enhancements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References</a:t>
            </a:r>
            <a:endParaRPr lang="en-US" sz="15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 Contributors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Motivation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are rarely clean. Missing values, inconsistent column types, and hidden irregularities are the norm rather than the exception.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 or machine learning model can be trusted, the underlying data must first be understood and vetted.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- opening a spreadsheet and scrolling - does not scale and is error-prone.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automate this “data health check” step - profiling a dataset’s statistical properties and flagging suspicious records - so problems are caught before they propagate into downstream decisions.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vision: an interactive Streamlit dashboard. This phase builds and validates the underlying analysis engine as a command-line tool first.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Real-World Relevance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arbitrary tabular dataset (CSV), there is no quick, standardized way to (1) assess its statistical health, and (2) identify records that deviate from the rest in ways a human reviewer is unlikely to notice by eye - especially when the irregularity only appears across a combination of columns.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 is a well-documented, costly problem in analytics and ML pipelines - “garbage in, garbage out.”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anomaly detection has direct applications: fraud detection, quality control, healthcare monitoring, network intrusion detection, financial auditing.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single-column rule (e.g. “flag values 3 standard deviations from the mean”) misses anomalies that are only visible when several attributes are considered together - a common pattern in real fraud and data-entry errors.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OBJECTIVES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Scope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ingest an arbitrary CSV and distinguish numeric from non-numeric columns without manual schema definition.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standard set of descriptive statistics for every numeric column.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mixed-type data without the tool crashing.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two unsupervised ML techniques (Isolation Forest and KNN) to flag multivariate outliers, and compare their results.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each flagged outlier interpretable - state which column(s) drove the flag, not just a binary label.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- In Scope (This Phase)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3640" y="20116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 with descriptive statistics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missing numeric values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KNN outlier detection with interpretability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(Planned for Later)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63640" y="40690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 encoding and feature scaling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results to a report file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automated test suite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-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walk through the methodology in the order it was designed and built: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241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description and source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representation and preprocessing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Exploratory data analysis and visualization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Algorithm selection and implementation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training and validation methodology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Evaluation metrics and performance analysis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Comparison of alternative algorithms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Software implementation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IV.1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 and Source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use, the dataset is user-supplied: any CSV file, any schema. The tool is dataset-agnostic by design - this is central to its purpose.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development, testing, and this demonstration, synthetic datasets were generated in-house rather than sourced externally, because: (a) it allows known, deliberately injected outliers to be used as ground truth for evaluation - not possible with most public datasets, which don't label multivariate outliers, and (b) it allows precise control over missing-value patterns and mixed-type edge cases.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Datasets Used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069080"/>
          <a:ext cx="10241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6858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sample_numeric.csv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multi-column numeric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sample_messy.csv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types, blanks, ragged row - robustness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sample_fully_missing_col.csv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case: an entirely empty numeric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sample_200.csv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numeric + 1 categorical column, ~37 missing values, 8 injected multivariate outliers - used for evaluation (iv.6 / 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IV.2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Representation and Preprocessing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representation: pandas DataFrame - the standard in-memory tabular structure in the Python data ecosystem - loaded directly via pandas.read_csv.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typing: automatic, via pandas dtype inference (select_dtypes) - no manual schema required. Any column containing even one non-numeric value is treated as non-numeric.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 (preprocessing.py): each numeric column's blanks are filled with that column's own median, immediately before the outlier-detection step only.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is used instead of mean specifically because it is not distorted by the very outliers the model is about to search for.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handled: a column that is entirely blank has no median to compute - it is excluded from scoring and explicitly reported, not silently guessed at or crashed on.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(next slide) are computed on the original, un-imputed data, so they continue to reflect genuine data quality.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IV.3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and Visualization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phase's exploratory analysis is tabular/numeric rather than graphical, by design - this milestone is scoped as a terminal-only tool with no GUI.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Numeric Column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standard deviation, kurtosis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Five-point summary: min, Q1, median, Q3, max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Columns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63640" y="2880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across all numeric columns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visualization (histograms, scatter plots, correlation heatmaps) is deferred to the planned Streamlit interface - see Future Enhancements (section vi).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IV.4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Selection and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framing: unsupervised multivariate anomaly detection. No labeled outlier data exists in general use, which rules out supervised classification.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statistical thresholds (z-score / IQR) - rejected: examines one column at a time, misses anomalies only visible across a combination of columns.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distance-based scoring - implemented as a second detector: each row is scored by its distance to its k-th nearest neighbour on standardised features (distances are only meaningful once features share a scale). Costlier than Isolation Forest on large data. Local Outlier Factor was considered but not implemented.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- implemented as the primary detector. Examines all numeric columns jointly; average time complexity O(n log n); does not require a distance or density computation, so it is comparatively less sensitive to unscaled features; produces a continuous anomaly score rather than only a binary label.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detect_outliers_isolation_forest() and detect_outliers_knn() in ml_processing.py, built on scikit-learn's IsolationForest and NearestNeighbors. --method {isolation_forest, knn, both} selects the detector (default: both), --contamination sets the expected outlier proportion (default 0.05), and --k sets the KNN neighbour count (default 5).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IV.5 TRAINING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and Validation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KNN are both unsupervised: there is no labeled training set and no conventional train/test split. Each model is fit directly on the (imputed) numeric feature matrix of the dataset being profiled, at the time it is profiled.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“Validation” here means confirming the model behaves correctly - not measuring predictive accuracy against a general ground truth, since none exists for an arbitrary real-world CSV.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 Used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241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ground-truth testing: sample_200.csv was generated with 8 deliberately injected multivariate outlier rows (4 distinct anomaly patterns), with their identities recorded separately from the CSV, then checked against each model's output (results in iv.6 / v).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/ robustness testing: fully-missing columns, all-missing rows, mixed-type columns, and malformed or missing files - all confirmed to be handled without crashing.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random_state=42 for the randomised Isolation Forest (KNN is deterministic), so results are reproducible across runs.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IV.6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and Performance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supervised metrics (precision, recall, F1, accuracy) require labeled ground truth for the entire dataset, which does not exist for real-world unlabeled data. Evaluation is therefore based on the synthetic ground-truth outliers described in iv.5.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sample_200.csv (contamination = 0.05)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71800"/>
          <a:ext cx="103327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212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injected multivariate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Forest: rows flagged /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flagged; 7 / 8 = 87.5% (misses id 145)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KNN: rows flagged /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flagged; 8 / 8 =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by both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rows (7 injected + 1 natural); 12 distinct rows flagged in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577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misses id 145: the random missing-value step blanked its income and score, so median imputation removes most of its anomaly signal; KNN still catches it through age and tenure. At contamination 0.10 both methods find 8 / 8. Extra flags are not counted as errors - without full ground-truth labels they cannot be confirmed as genuine anomalies or borderline normal points.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IV.7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Alternative Algorithms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KNN are both implemented in code and were compared empirically on sample_200.csv (see iv.6 and v). Local Outlier Factor and the Z-score / IQR rule are compared conceptually only - a benchmark of further detectors is listed under future enhancements (section vi).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06040"/>
          <a:ext cx="102412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371600"/>
                <a:gridCol w="2103120"/>
                <a:gridCol w="2194560"/>
                <a:gridCol w="2240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unscaled features?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/ IQR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misses cross-column anomalies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Outlier 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+ density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Density-based; costlier on larger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KNN-distance outlier score (implemented)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scale - features standardised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+ continuous distance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Costlier at scale; sensitive to choice of k (k=5 used)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 (implemented)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Comparatively robust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+ continuous anomaly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average; no distance computation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IV.8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 from a raw CSV file to the final printed report: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944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11750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4005072"/>
            <a:ext cx="117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pandas.read_csv; errors caught, not crashed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34540" y="31546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37460" y="2286000"/>
            <a:ext cx="13944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10612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47188" y="2578608"/>
            <a:ext cx="11750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47188" y="4005072"/>
            <a:ext cx="117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vs. non-numeric, by dtype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31546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34840" y="2286000"/>
            <a:ext cx="13944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07992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44568" y="2578608"/>
            <a:ext cx="11750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Statistics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4568" y="4005072"/>
            <a:ext cx="117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stats.py, on raw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32220" y="2286000"/>
            <a:ext cx="13944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5372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1948" y="2578608"/>
            <a:ext cx="11750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1948" y="4005072"/>
            <a:ext cx="117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preprocessing.py, working copy only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26680" y="31546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0" y="2286000"/>
            <a:ext cx="13944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02752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9328" y="2578608"/>
            <a:ext cx="11750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KNN Scoring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9328" y="4005072"/>
            <a:ext cx="117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ml_processing.py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24060" y="31546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126980" y="2286000"/>
            <a:ext cx="13944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200132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36708" y="2578608"/>
            <a:ext cx="11750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36708" y="4005072"/>
            <a:ext cx="117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rows, why_flagged + method comparison, to terminal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46177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 never modify the data - the statistics shown are always computed on the original values. Imputation (step 4) only affects a working copy used for scoring in step 5; nothing is written to disk.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IV.8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cli.py (entry point) calls stats.py (descriptive statistics), preprocessing.py (median imputation), and ml_processing.py (Isolation Forest and KNN).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supporting modules are written as pure functions, independent of the CLI, so they can be reused directly by the planned Streamlit interface without rewriting.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Python, pandas, NumPy, scikit-learn, tabulate, argparse - established open-source libraries throughout.</a:t>
            </a:r>
            <a:endParaRPr lang="en-US" sz="135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python cli.py data.csv --method both --contamination 0.05 --k 5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(excerpt)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Contamination: 0.05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IsolationForest with 100 trees. Rows scoring below -0.5388 are flagged as outliers.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KNN (k=5), standardised features. Rows with a distance above 1.9786 are flagged as outliers.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200 of 200 rows.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10 outlier row(s) by each method; both agree on 8 (12 distinct rows in total):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age  income   flagged_by  why_flagged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31  20.8 234716   both        income (7.9 SD above avg), age (1.9 SD below avg)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Discussion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 1 (statistics) and Phase 2 (Isolation Forest and KNN) requirements were verified against four test files, including deliberately messy ones, with no crashes.</a:t>
            </a:r>
            <a:endParaRPr lang="en-US" sz="130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the synthetic ground-truth outliers in sample_200.csv (contamination 0.05, 10 rows flagged against a target of about 10): Isolation Forest 7 / 8 (87.5%), KNN 8 / 8 (100%); both methods reach 8 / 8 at contamination 0.10.</a:t>
            </a:r>
            <a:endParaRPr lang="en-US" sz="130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flagged row is now accompanied by a plain-language explanation of which column(s) deviated most and by how much (e.g. “income (7.9 SD above avg)”).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and Limitations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was measured on synthetic, injected outliers with known identity - a controlled test, not a guarantee on arbitrary real-world data where no ground truth exists to check against.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methods complement each other: 8 rows were flagged by both (7 injected + 1 natural) and 4 by only one method - agreement 67%, rank correlation 0.86. Rows flagged by only one method cannot be confirmed without ground truth.</a:t>
            </a:r>
            <a:endParaRPr lang="en-US" sz="1250" dirty="0"/>
          </a:p>
          <a:p>
            <a:pPr marL="228600" indent="-228600">
              <a:lnSpc>
                <a:spcPct val="11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uses unscaled features while KNN standardises them; categorical columns are excluded from scoring.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Enhancements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 command-line tool was delivered that profiles an arbitrary CSV's statistical health and flags multivariate outliers using two complementary detectors - Isolation Forest and KNN - and compares their results, including a plain-language interpretability layer and safe handling of missing and mixed-type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241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front-end, reconnecting the existing pure-function modules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and feature scaling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empirical comparison to further detectors such as Local Outlier Factor, formalizing section iv.7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results to a report file (PDF / HTML / CSV)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automated test suite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McKinney, W. et al. pandas: powerful Python data analysis toolkit. https://pandas.pydata.org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(2011). Scikit-learn: Machine Learning in Python. Journal of Machine Learning Research, 12, 2825-2830.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F. T., Ting, K. M., &amp; Zhou, Z.-H. (2008). Isolation Forest. Proceedings of the 8th IEEE International Conference on Data Mining (ICDM), 413-422.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Ramaswamy, S., Rastogi, R., &amp; Shim, K. (2000). Efficient algorithms for mining outliers from large data sets. Proceedings of the 2000 ACM SIGMOD International Conference on Management of Data, 427-438.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Harris, C. R. et al. (2020). Array programming with NumPy. Nature, 585, 357-362.</a:t>
            </a:r>
            <a:endParaRPr lang="en-US" sz="14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 files (this submission): cli.py, stats.py, ml_processing.py, preprocessing.py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 CONTRIBUTORS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— [Role / Roll Number]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/ Mentor Name]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Name] — [Institution Name]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Health &amp; Profiling Dashboard - Mid-Review</dc:title>
  <dc:subject>PptxGenJS Presentation</dc:subject>
  <dc:creator>Data Health &amp; Profiling Dashboard</dc:creator>
  <cp:lastModifiedBy>Data Health &amp; Profiling Dashboard</cp:lastModifiedBy>
  <cp:revision>1</cp:revision>
  <dcterms:created xsi:type="dcterms:W3CDTF">2026-08-18T17:28:16Z</dcterms:created>
  <dcterms:modified xsi:type="dcterms:W3CDTF">2026-08-18T17:28:16Z</dcterms:modified>
</cp:coreProperties>
</file>