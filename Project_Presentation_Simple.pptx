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Health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Profiling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checks a data file and finds unusual records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[Course Name]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[Guide / Mentor Name]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[Your Name]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[Review Date]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is almost never perfectly clean.</a:t>
            </a:r>
            <a:endParaRPr lang="en-US" sz="19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have missing numbers, wrong entries, and strange values.</a:t>
            </a:r>
            <a:endParaRPr lang="en-US" sz="19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builds a tool that checks a data file and points out problems on its own.</a:t>
            </a:r>
            <a:endParaRPr lang="en-US" sz="19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goal is a web app. Right now we have a working command-line tool that does the main job.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We Are Solving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get a new data file, we usually don't know: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any numbers missing?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some rows wrong, or very different from the rest?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this by hand takes a long time, and people can miss things. This is a real problem: banks, hospitals, and companies lose money and make bad decisions because of bad data.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Wanted To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any CSV file automatically, without setup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basic facts and statistics about the data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or messy data without crashing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machine learning methods (Isolation Forest and KNN) to find rows that look unusual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row was marked unusual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Built So Far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command-line tool that reads a CSV file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statistics (average, middle value, spread) for each number column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fills small gaps in the data using the middle value of that column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two machine learning methods - Isolation Forest and KNN (nearest neighbours) - to find unusual rows, and shows which rows both methods agree on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explains why each unusual row was picked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it on a 200-row file with 8 hidden unusual rows - KNN found all 8, and Isolation Forest found 7 (all 8 if we let it flag 20 rows instead of 10)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Read the CSV file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Split columns into numbers and text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Show statistics on the numbers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Fill missing numbers with the middle value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Run Isolation Forest and KNN to find unusual rows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Show the results with reasons, and compare the two methods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1: Finding Unusual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Cao, Xiang, Zhang, Zhu, and Ting (2025). “Anomaly Detection Based on Isolation Mechanisms: A Survey.” Machine Intelligence Research.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did: looked at many methods that find unusual data by splitting it apart randomly - the same idea behind Isolation Forest.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found: these methods are fast and do not need much tuning.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the paper does not look closely at explaining WHY one specific row was picked as unusual.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our project fills: our tool gives a plain-language reason for every unusual row it finds.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2: Checking Data Quality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Zhou, Tu, Sha, Ding, and Chen (2024). “A Survey on Data Quality Dimensions and Tools for Machine Learning.” IEEE International Conference on Artificial Intelligence Testing (AITest), pp. 120-131.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did: studied 17 data quality tools built in the last 5 years.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found: most tools are not open or easy to use - there is a need for more open-source tools.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older methods struggle with large, complex data.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our project fills: our tool is small, free, and open - a simple example of the kind of open tool this paper asks for.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3: Filling Missing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Kampf, Dykun, Rassaf, and Mahabadi (2025). “A comparison of various imputation algorithms for missing data.” PLOS ONE, 20(5).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did: compared 5 advanced methods for filling missing medical data.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found: a method called “predictive mean matching” worked best overall.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it needs more computing power and setup, and simple, fast methods like using the median were not tested.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our project fills: our tool uses fast median filling - a better fit when speed and simplicity matter more than a perfect statistical fit, like a quick data health check.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3327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rows in the test file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unusual rows placed on purpose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flagged by each method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rows found - Isolation Forest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out of 8 (87.5%)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rows found - KNN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out of 8 (100%)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found every one of the 8 hidden unusual rows. Isolation Forest found 7 - it missed one whose income and score had been blanked out, so the gap-filling step hid what made it unusual. If we let each method flag 20 rows instead of 10, both find all 8. A couple of extra rows were flagged too - naturally extreme values, not mistakes we placed there.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 To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 page version, using a tool called Streamlit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text columns (like city names), not just numbers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numbers so one column does not unfairly dominate the result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results to a file instead of only showing them on screen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proper set of automatic tests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and tested a tool that checks the health of a data file and finds unusual rows in it, using two methods - Isolation Forest and KNN - and compares them. On our test data KNN found 100% of the hidden test cases and Isolation Forest found 7 of 8 (all 8 if it is allowed to flag 20 rows), so the two methods complement each other. The tool also explains its findings in plain words instead of just giving a yes/no answer. The next step is to make it easier to use with a web page instead of typed commands.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Cao, Y., Xiang, H., Zhang, H., Zhu, Y., &amp; Ting, K. M. (2025). Anomaly Detection Based on Isolation Mechanisms: A Survey. Machine Intelligence Research.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Zhou, Y., Tu, F., Sha, K., Ding, J., &amp; Chen, H. (2024). A Survey on Data Quality Dimensions and Tools for Machine Learning. IEEE AITest 2024, pp. 120-131.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Kampf, J., Dykun, I., Rassaf, T., &amp; Mahabadi, A. A. (2025). A comparison of various imputation algorithms for missing data. PLOS ONE, 20(5).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F. T., Ting, K. M., &amp; Zhou, Z.-H. (2008). Isolation Forest. IEEE ICDM, pp. 413-422.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Ramaswamy, S., Rastogi, R., &amp; Shim, K. (2000). Efficient algorithms for mining outliers from large data sets. Proceedings of the 2000 ACM SIGMOD International Conference on Management of Data, 427-438.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Pedregosa, F. et al. (2011). Scikit-learn: Machine Learning in Python. JMLR, 12, 2825-2830.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development team. pandas: powerful Python data analysis toolkit. pandas.pydata.org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— [Role / Roll Number]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[Guide / Mentor Name]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[Course Name] — [Institution Name]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Health and Profiling Dashboard</dc:title>
  <dc:subject>PptxGenJS Presentation</dc:subject>
  <dc:creator>Data Health &amp; Profiling Dashboard</dc:creator>
  <cp:lastModifiedBy>Data Health &amp; Profiling Dashboard</cp:lastModifiedBy>
  <cp:revision>1</cp:revision>
  <dcterms:created xsi:type="dcterms:W3CDTF">2026-08-18T17:56:40Z</dcterms:created>
  <dcterms:modified xsi:type="dcterms:W3CDTF">2026-08-18T17:56:40Z</dcterms:modified>
</cp:coreProperties>
</file>