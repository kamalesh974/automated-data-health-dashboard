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-211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4D08B-38A8-4611-B016-F8C6839059B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32A7D-2009-407D-AC63-CEB72AD7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1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the project in one sentence — a tool that reads a CSV, reports its statistical health, and flags unusual rows using machine learning. Mention this review covers Phase 1 and Phase 2, both complete, plus a bonus preprocessing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for the talk so reviewers know what's coming and can time-box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 finished product is a Streamlit app, but for this milestone the scope was deliberately narrowed to a CLI so the deadline could be hit without sacrificing correctness. Emphasize the logic was written as reusable functions specifically so the UI phase is a reconnection,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this is built from scratch — all well-established, free, open-source libraries. pandas is doing the heavy lifting for reading and describing data; scikit-learn supplies Isolation Forest ready-made and tested, rather than us writing it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computed with pandas' built-in methods (mean, median, var, std, kurt, quantile) — nothing is hand-rolled math. Missing values are skipped automatically by pandas rather than crashing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illustration: the crowd of blue dots are ordinary rows; the red dashed dot is the kind of row Isolation Forest flags — not necessarily extreme on any one axis, just far from everyone else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intuition to lead with if asked 'why does this work': isolation, not distance. A lone person in the corner of a room gets separated from everyone else in a line or two; separating one person out of a packed cluster takes many more random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explicitly listed as a non-goal in the original plan for this phase, but was added because it directly solves the 'skipped rows' limitation — now every row gets an anomaly score by default, with an escape hatch (--no-impute) to go back to the original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the ordering: the statistics you see are always computed on the real, unmodified data — filling in gaps happens later and only for the ML scoring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 output from the tool, captured from an earlier run — switch to the live terminal here and run the same command for real. Fallback: if the terminal isn't available, narrate over this slide instead. Optional second command if there's time: python cli.py sample_messy.csv --contamination 0.15, to show it survives mixed types and blank cells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 for the '50% progress' requirement. Frame it as: 2 of 4 major milestones toward the final Streamlit product are done, both fully tested, plus one item pulled forward from later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this list comes from the explicit non-goals in the original plan document, not a separately confirmed roadmap — good moment to invite reviewer input on priority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Have Work_Completed.pdf and the Q&amp;A cheat sheet nearby for detail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" name="Shape 2"/>
          <p:cNvSpPr/>
          <p:nvPr/>
        </p:nvSpPr>
        <p:spPr>
          <a:xfrm>
            <a:off x="1078992" y="1344168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1161288"/>
            <a:ext cx="10972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014984"/>
            <a:ext cx="109728" cy="5852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HEALTH &amp; PROFILING DASHBOARD</a:t>
            </a:r>
            <a:endParaRPr lang="en-US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4232134"/>
            <a:ext cx="32635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bg1"/>
                </a:solidFill>
                <a:latin typeface="Nunito Bold"/>
                <a:ea typeface="Nunito Bold"/>
                <a:cs typeface="Nunito Bold"/>
                <a:sym typeface="Nunito Bold"/>
              </a:rPr>
              <a:t>Group 18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Revanth</a:t>
            </a:r>
            <a:r>
              <a:rPr lang="en-US" sz="12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S - CB.AI.U4AID25043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G </a:t>
            </a:r>
            <a:r>
              <a:rPr lang="en-US" sz="12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Kamalesh</a:t>
            </a:r>
            <a:r>
              <a:rPr lang="en-US" sz="12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- CB.AI.U4AID25014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Bhanu</a:t>
            </a:r>
            <a:r>
              <a:rPr lang="en-US" sz="12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Prakash</a:t>
            </a:r>
            <a:r>
              <a:rPr lang="en-US" sz="12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K - CB.AI.U4AID25025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Elango</a:t>
            </a:r>
            <a:r>
              <a:rPr lang="en-US" sz="12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Megabala</a:t>
            </a:r>
            <a:r>
              <a:rPr lang="en-US" sz="12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G - CB.AI.U4AID25013</a:t>
            </a:r>
          </a:p>
          <a:p>
            <a:pPr>
              <a:lnSpc>
                <a:spcPct val="150000"/>
              </a:lnSpc>
            </a:pPr>
            <a:endParaRPr lang="en-US" sz="12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7F5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 &amp; Scope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7F5F3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69164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Explained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7F5F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2461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— Phase 1 &amp; 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7F5F3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32461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Isolation Forest Works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7F5F3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80060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63640" y="480060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7F5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5166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480060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What's Next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 check-up for a spreadsheet. You hand it a CSV file, and it: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data — shape, types, missing values, statistics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 rows using machine learning (Isolation Forest)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form: an interactive Streamlit web app.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phase: a terminal CLI — scoped deliberately to hit a tight deadline.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92024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92024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5237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+ 2 — DONE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2423160"/>
            <a:ext cx="1005840" cy="0"/>
          </a:xfrm>
          <a:prstGeom prst="line">
            <a:avLst/>
          </a:prstGeom>
          <a:noFill/>
          <a:ln w="25400">
            <a:solidFill>
              <a:srgbClr val="56706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66960" y="192024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C9D3D2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0" y="192024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0" y="25237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4206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logic: stats.py, ml_processing.py, and preprocessing.py are pure functions — written so the Streamlit phase can call them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We Used,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7F5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 everything is written 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7F5F3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4048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spreadsheet format — the input to this tool.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7F5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4048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CSV into an in-memory table and computes stats.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7F5F3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050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number-crunching underneath pandas &amp; scikit-learn.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3375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7F5F3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26280" y="4050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ready-made Isolation Forest algorithm.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3375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7F5F3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3566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154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/ tabulate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4050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command-line options; prints clean tables.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overview: rows, columns, dtypes, missing counts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per numeric column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standard deviation, kurtosis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Five-point summary (min, Q1, median, Q3, max)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 across all numeric columns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auto-detected via pandas dtypes — no manual column tagging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4937760" cy="502920"/>
          </a:xfrm>
          <a:prstGeom prst="rect">
            <a:avLst/>
          </a:prstGeom>
          <a:solidFill>
            <a:srgbClr val="028090"/>
          </a:solidFill>
          <a:ln w="9525">
            <a:solidFill>
              <a:srgbClr val="C9D8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737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09560" y="1737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0" y="1737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std_dev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78440" y="1737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2240280"/>
            <a:ext cx="4937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40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9560" y="2240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35.36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0" y="2240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78440" y="2240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2743200"/>
            <a:ext cx="4937760" cy="502920"/>
          </a:xfrm>
          <a:prstGeom prst="rect">
            <a:avLst/>
          </a:prstGeom>
          <a:solidFill>
            <a:srgbClr val="D8EFEC"/>
          </a:solidFill>
          <a:ln w="9525">
            <a:solidFill>
              <a:srgbClr val="C9D8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743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09560" y="2743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65692.4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2743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57659.7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78440" y="2743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10.72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246120"/>
            <a:ext cx="4937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6.91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7844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931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cli.py — every value pandas-computed, not hardcoded.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Forest: Finding Unusual Rows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 like “flag anything 3 std devs from the mean” only looks at one column at a time. Isolation Forest looks at every numeric column together — so it catches unusual combinations, not just extreme single values.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young age together with a very high income — neither number alone is shocking, but the combination 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detect_outliers_isolation_forest() in ml_processing.py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--contamination flag (default 0.05) controls sensitivity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flagged rows sorted by anomaly score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0" y="173736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E7F5F3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93192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2062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3840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45720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0" y="44805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49377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41148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0" y="47548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9966960" y="44805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0" y="52120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49840" y="49377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0" y="53949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0" y="530352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32720" y="42062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46634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84864" y="3300984"/>
            <a:ext cx="402336" cy="402336"/>
          </a:xfrm>
          <a:prstGeom prst="ellipse">
            <a:avLst/>
          </a:prstGeom>
          <a:ln w="25400">
            <a:solidFill>
              <a:srgbClr val="D6455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612880" y="342900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0" y="3630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dot = one row. Isolation Forest scores how easily each row separates from the crowd.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Actually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20 Questions played on your data.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pick a random column and a random cut-off value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rows in two: above or below that cut-off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splitting until every row stands alone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this over many random trees — a “forest”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surrounded by close neighbors takes many splits to isolate. A row that's already unusual stands apart — so it takes far fewer splits. Fewer splits to isolate = higher anomaly (more negative score).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2363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Crowded Room Analogy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4290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370332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333756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406908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397764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43434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361188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38862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43434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461772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0" y="406908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379476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81360" y="288036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0" y="2560320"/>
            <a:ext cx="0" cy="1005840"/>
          </a:xfrm>
          <a:prstGeom prst="line">
            <a:avLst/>
          </a:prstGeom>
          <a:noFill/>
          <a:ln w="19050">
            <a:solidFill>
              <a:srgbClr val="C9D3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424160" y="2560320"/>
            <a:ext cx="1005840" cy="0"/>
          </a:xfrm>
          <a:prstGeom prst="line">
            <a:avLst/>
          </a:prstGeom>
          <a:noFill/>
          <a:ln w="19050">
            <a:solidFill>
              <a:srgbClr val="C9D3D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051560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 2 cuts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66560" y="5212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 takes many more random cuts to separate one person from another.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Filling In the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— added ahead of schedule, at your request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583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has blanks. Isolation Forest can't score an incomplete row.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fill each numeric column's blanks with that column's own median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chosen over mean — not distorted by the outliers we're searching for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that's entirely blank has no median — it's excluded and reported, not crashed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(Phase 1) still use the real, un-filled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92024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E7F5F3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--no-impute available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514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restore the original skip-incomplete-rows behavior if ever needed.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7844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unchanged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(blank)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7844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54500 (median)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784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unchanged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Run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3154680"/>
            <a:ext cx="292608" cy="0"/>
          </a:xfrm>
          <a:prstGeom prst="line">
            <a:avLst/>
          </a:prstGeom>
          <a:noFill/>
          <a:ln w="25400">
            <a:solidFill>
              <a:srgbClr val="56706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41448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441448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395728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41648" y="3154680"/>
            <a:ext cx="292608" cy="0"/>
          </a:xfrm>
          <a:prstGeom prst="line">
            <a:avLst/>
          </a:prstGeom>
          <a:noFill/>
          <a:ln w="25400">
            <a:solidFill>
              <a:srgbClr val="56706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4256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334256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88536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34456" y="3154680"/>
            <a:ext cx="292608" cy="0"/>
          </a:xfrm>
          <a:prstGeom prst="line">
            <a:avLst/>
          </a:prstGeom>
          <a:noFill/>
          <a:ln w="25400">
            <a:solidFill>
              <a:srgbClr val="56706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7064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81344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27264" y="3154680"/>
            <a:ext cx="292608" cy="0"/>
          </a:xfrm>
          <a:prstGeom prst="line">
            <a:avLst/>
          </a:prstGeom>
          <a:noFill/>
          <a:ln w="25400">
            <a:solidFill>
              <a:srgbClr val="56706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9872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119872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(Isolation Forest)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74152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20072" y="3154680"/>
            <a:ext cx="292608" cy="0"/>
          </a:xfrm>
          <a:prstGeom prst="line">
            <a:avLst/>
          </a:prstGeom>
          <a:noFill/>
          <a:ln w="25400">
            <a:solidFill>
              <a:srgbClr val="56706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96696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(steps 1-3) never modifies your data. Gap-filling (step 4) only affects a working copy used for scoring. Nothing is written to disk — everything prints straight to the terminal.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For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cli.py sample_numeric.csv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4572000"/>
          </a:xfrm>
          <a:prstGeom prst="roundRect">
            <a:avLst>
              <a:gd name="adj" fmla="val 2000"/>
            </a:avLst>
          </a:prstGeom>
          <a:solidFill>
            <a:srgbClr val="081617"/>
          </a:solidFill>
          <a:ln w="12700">
            <a:solidFill>
              <a:srgbClr val="265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20240"/>
            <a:ext cx="146304" cy="146304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202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OVERVIEW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Rows: 15   Columns: 5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 COLUMN STATISTICS  (mean, median, mode, variance, std_dev, kurtosis)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   mean 35.36   std_dev 8.45    kurtosis -0.51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income mean 65692.4 std_dev 57659.7 kurtosis 10.72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 FOREST - MULTIVARIATE OUTLIER DETECTION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Contamination: 0.05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 missing numeric values in 2 row(s) using each column's median.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15 of 15 rows.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1 outlier row(s):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age  income   tenure_years  score  anomaly_score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7   52  250000   20.0          9.9    -0.669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Toward Completion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full project is complete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737360"/>
            <a:ext cx="1522476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2350008"/>
            <a:ext cx="1623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Statistics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2898648"/>
            <a:ext cx="162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97980" y="1737360"/>
            <a:ext cx="1522476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652260" y="2350008"/>
            <a:ext cx="1623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Outlier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52260" y="2898648"/>
            <a:ext cx="162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1522476" cy="502920"/>
          </a:xfrm>
          <a:prstGeom prst="rect">
            <a:avLst/>
          </a:prstGeom>
          <a:solidFill>
            <a:srgbClr val="C9D3D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350008"/>
            <a:ext cx="1623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898648"/>
            <a:ext cx="162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52660" y="1737360"/>
            <a:ext cx="1522476" cy="502920"/>
          </a:xfrm>
          <a:prstGeom prst="rect">
            <a:avLst/>
          </a:prstGeom>
          <a:solidFill>
            <a:srgbClr val="C9D3D2"/>
          </a:solidFill>
          <a:ln/>
        </p:spPr>
      </p:sp>
      <p:sp>
        <p:nvSpPr>
          <p:cNvPr id="16" name="Text 14"/>
          <p:cNvSpPr/>
          <p:nvPr/>
        </p:nvSpPr>
        <p:spPr>
          <a:xfrm>
            <a:off x="9806940" y="2350008"/>
            <a:ext cx="1623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Polish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06940" y="2898648"/>
            <a:ext cx="162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356616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scoped milestones for this review are fully done and tested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bonus: preprocessing (median imputation), not originally scoped here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half: Streamlit UI, richer preprocessing, and report export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 For Full Completion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E7F5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C9D3D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Front-End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stats.py / ml_processing.py / preprocessing.py to an interactive web app.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E7F5F3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C9D3D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categorical columns; scale features for more consistent ML behavior.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E7F5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657600"/>
            <a:ext cx="548640" cy="548640"/>
          </a:xfrm>
          <a:prstGeom prst="ellipse">
            <a:avLst/>
          </a:prstGeom>
          <a:solidFill>
            <a:srgbClr val="C9D3D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584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09651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full profile and flagged outliers to PDF/HTML/CSV, not just terminal.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E7F5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657600"/>
            <a:ext cx="548640" cy="548640"/>
          </a:xfrm>
          <a:prstGeom prst="ellipse">
            <a:avLst/>
          </a:prstGeom>
          <a:solidFill>
            <a:srgbClr val="C9D3D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584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Docs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09651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unit tests and a README covering setup and the CLI-to-UI hand-off.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7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this phase's own plan document, not a confirmed roadmap — open to reprioritization.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4630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184648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1564</Words>
  <Application>Microsoft Office PowerPoint</Application>
  <PresentationFormat>Custom</PresentationFormat>
  <Paragraphs>219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Mid-Review Progress Update</dc:title>
  <dc:subject>PptxGenJS Presentation</dc:subject>
  <dc:creator>Data Health &amp; Profiling Dashboard</dc:creator>
  <cp:lastModifiedBy>k k</cp:lastModifiedBy>
  <cp:revision>2</cp:revision>
  <dcterms:created xsi:type="dcterms:W3CDTF">2026-08-18T11:17:27Z</dcterms:created>
  <dcterms:modified xsi:type="dcterms:W3CDTF">2026-08-18T19:05:52Z</dcterms:modified>
</cp:coreProperties>
</file>